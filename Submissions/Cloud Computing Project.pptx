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61" r:id="rId4"/>
    <p:sldId id="260" r:id="rId5"/>
    <p:sldId id="262" r:id="rId6"/>
  </p:sldIdLst>
  <p:sldSz cx="12192000" cy="6858000"/>
  <p:notesSz cx="6858000" cy="9144000"/>
  <p:embeddedFontLst>
    <p:embeddedFont>
      <p:font typeface="Avenir" panose="02000503020000020003" pitchFamily="2" charset="0"/>
      <p:regular r:id="rId8"/>
      <p:italic r:id="rId9"/>
    </p:embeddedFont>
    <p:embeddedFont>
      <p:font typeface="Impact" panose="020B0806030902050204" pitchFamily="34" charset="0"/>
      <p:regular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19D84D-F3E3-8247-A4CF-9D05181EA040}" v="60" dt="2025-12-09T04:32:14.2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93"/>
    <p:restoredTop sz="94681"/>
  </p:normalViewPr>
  <p:slideViewPr>
    <p:cSldViewPr snapToGrid="0">
      <p:cViewPr varScale="1">
        <p:scale>
          <a:sx n="103" d="100"/>
          <a:sy n="103" d="100"/>
        </p:scale>
        <p:origin x="200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kshi Suresh Singh" userId="1e5f2c71-e80f-4cc6-9ea5-014f41dd8de7" providerId="ADAL" clId="{82296459-54FE-5FE9-841C-66330A7E966D}"/>
    <pc:docChg chg="undo redo custSel addSld delSld modSld">
      <pc:chgData name="Sakshi Suresh Singh" userId="1e5f2c71-e80f-4cc6-9ea5-014f41dd8de7" providerId="ADAL" clId="{82296459-54FE-5FE9-841C-66330A7E966D}" dt="2025-12-09T04:32:34.564" v="102" actId="403"/>
      <pc:docMkLst>
        <pc:docMk/>
      </pc:docMkLst>
      <pc:sldChg chg="modSp mod">
        <pc:chgData name="Sakshi Suresh Singh" userId="1e5f2c71-e80f-4cc6-9ea5-014f41dd8de7" providerId="ADAL" clId="{82296459-54FE-5FE9-841C-66330A7E966D}" dt="2025-12-09T04:30:35.942" v="41" actId="2711"/>
        <pc:sldMkLst>
          <pc:docMk/>
          <pc:sldMk cId="0" sldId="257"/>
        </pc:sldMkLst>
        <pc:spChg chg="mod">
          <ac:chgData name="Sakshi Suresh Singh" userId="1e5f2c71-e80f-4cc6-9ea5-014f41dd8de7" providerId="ADAL" clId="{82296459-54FE-5FE9-841C-66330A7E966D}" dt="2025-12-09T04:30:35.942" v="41" actId="2711"/>
          <ac:spMkLst>
            <pc:docMk/>
            <pc:sldMk cId="0" sldId="257"/>
            <ac:spMk id="3" creationId="{D440F690-9D0F-43C8-8A60-23529CF5EBFB}"/>
          </ac:spMkLst>
        </pc:spChg>
      </pc:sldChg>
      <pc:sldChg chg="del">
        <pc:chgData name="Sakshi Suresh Singh" userId="1e5f2c71-e80f-4cc6-9ea5-014f41dd8de7" providerId="ADAL" clId="{82296459-54FE-5FE9-841C-66330A7E966D}" dt="2025-12-09T04:21:47.168" v="0" actId="2696"/>
        <pc:sldMkLst>
          <pc:docMk/>
          <pc:sldMk cId="0" sldId="258"/>
        </pc:sldMkLst>
      </pc:sldChg>
      <pc:sldChg chg="del">
        <pc:chgData name="Sakshi Suresh Singh" userId="1e5f2c71-e80f-4cc6-9ea5-014f41dd8de7" providerId="ADAL" clId="{82296459-54FE-5FE9-841C-66330A7E966D}" dt="2025-12-09T04:28:31.509" v="13" actId="2696"/>
        <pc:sldMkLst>
          <pc:docMk/>
          <pc:sldMk cId="0" sldId="259"/>
        </pc:sldMkLst>
      </pc:sldChg>
      <pc:sldChg chg="addSp delSp modSp mod">
        <pc:chgData name="Sakshi Suresh Singh" userId="1e5f2c71-e80f-4cc6-9ea5-014f41dd8de7" providerId="ADAL" clId="{82296459-54FE-5FE9-841C-66330A7E966D}" dt="2025-12-09T04:32:01.645" v="78" actId="1076"/>
        <pc:sldMkLst>
          <pc:docMk/>
          <pc:sldMk cId="0" sldId="260"/>
        </pc:sldMkLst>
        <pc:spChg chg="add">
          <ac:chgData name="Sakshi Suresh Singh" userId="1e5f2c71-e80f-4cc6-9ea5-014f41dd8de7" providerId="ADAL" clId="{82296459-54FE-5FE9-841C-66330A7E966D}" dt="2025-12-09T04:30:28.734" v="35"/>
          <ac:spMkLst>
            <pc:docMk/>
            <pc:sldMk cId="0" sldId="260"/>
            <ac:spMk id="2" creationId="{4C523AF0-3EFB-2C31-D349-10293B63F23F}"/>
          </ac:spMkLst>
        </pc:spChg>
        <pc:spChg chg="mod">
          <ac:chgData name="Sakshi Suresh Singh" userId="1e5f2c71-e80f-4cc6-9ea5-014f41dd8de7" providerId="ADAL" clId="{82296459-54FE-5FE9-841C-66330A7E966D}" dt="2025-12-09T04:30:37.276" v="42" actId="20577"/>
          <ac:spMkLst>
            <pc:docMk/>
            <pc:sldMk cId="0" sldId="260"/>
            <ac:spMk id="3" creationId="{A665D3F4-273A-8D3D-8064-901AEA5AB00E}"/>
          </ac:spMkLst>
        </pc:spChg>
        <pc:spChg chg="add">
          <ac:chgData name="Sakshi Suresh Singh" userId="1e5f2c71-e80f-4cc6-9ea5-014f41dd8de7" providerId="ADAL" clId="{82296459-54FE-5FE9-841C-66330A7E966D}" dt="2025-12-09T04:30:31.403" v="37"/>
          <ac:spMkLst>
            <pc:docMk/>
            <pc:sldMk cId="0" sldId="260"/>
            <ac:spMk id="4" creationId="{9C689383-AA35-EF6E-A681-FB1B6B08738F}"/>
          </ac:spMkLst>
        </pc:spChg>
        <pc:spChg chg="add">
          <ac:chgData name="Sakshi Suresh Singh" userId="1e5f2c71-e80f-4cc6-9ea5-014f41dd8de7" providerId="ADAL" clId="{82296459-54FE-5FE9-841C-66330A7E966D}" dt="2025-12-09T04:30:40.786" v="43"/>
          <ac:spMkLst>
            <pc:docMk/>
            <pc:sldMk cId="0" sldId="260"/>
            <ac:spMk id="5" creationId="{F2D02689-A297-F601-A4BD-1BA0E796373B}"/>
          </ac:spMkLst>
        </pc:spChg>
        <pc:spChg chg="add">
          <ac:chgData name="Sakshi Suresh Singh" userId="1e5f2c71-e80f-4cc6-9ea5-014f41dd8de7" providerId="ADAL" clId="{82296459-54FE-5FE9-841C-66330A7E966D}" dt="2025-12-09T04:30:43.887" v="44"/>
          <ac:spMkLst>
            <pc:docMk/>
            <pc:sldMk cId="0" sldId="260"/>
            <ac:spMk id="6" creationId="{98B0381F-DDA5-4162-7860-F108006EBCB5}"/>
          </ac:spMkLst>
        </pc:spChg>
        <pc:spChg chg="add mod">
          <ac:chgData name="Sakshi Suresh Singh" userId="1e5f2c71-e80f-4cc6-9ea5-014f41dd8de7" providerId="ADAL" clId="{82296459-54FE-5FE9-841C-66330A7E966D}" dt="2025-12-09T04:31:13.863" v="59" actId="767"/>
          <ac:spMkLst>
            <pc:docMk/>
            <pc:sldMk cId="0" sldId="260"/>
            <ac:spMk id="7" creationId="{46CB2E45-38ED-F0BD-AE4D-933CFECF1CB2}"/>
          </ac:spMkLst>
        </pc:spChg>
        <pc:spChg chg="add">
          <ac:chgData name="Sakshi Suresh Singh" userId="1e5f2c71-e80f-4cc6-9ea5-014f41dd8de7" providerId="ADAL" clId="{82296459-54FE-5FE9-841C-66330A7E966D}" dt="2025-12-09T04:30:49.101" v="47"/>
          <ac:spMkLst>
            <pc:docMk/>
            <pc:sldMk cId="0" sldId="260"/>
            <ac:spMk id="8" creationId="{E7369B38-311A-3207-23DE-DBBFAB97BB4A}"/>
          </ac:spMkLst>
        </pc:spChg>
        <pc:spChg chg="add">
          <ac:chgData name="Sakshi Suresh Singh" userId="1e5f2c71-e80f-4cc6-9ea5-014f41dd8de7" providerId="ADAL" clId="{82296459-54FE-5FE9-841C-66330A7E966D}" dt="2025-12-09T04:31:03.931" v="53"/>
          <ac:spMkLst>
            <pc:docMk/>
            <pc:sldMk cId="0" sldId="260"/>
            <ac:spMk id="9" creationId="{1B5CFACC-534F-C681-96F5-B16B3EE08999}"/>
          </ac:spMkLst>
        </pc:spChg>
        <pc:spChg chg="add del mod">
          <ac:chgData name="Sakshi Suresh Singh" userId="1e5f2c71-e80f-4cc6-9ea5-014f41dd8de7" providerId="ADAL" clId="{82296459-54FE-5FE9-841C-66330A7E966D}" dt="2025-12-09T04:31:12.761" v="57" actId="767"/>
          <ac:spMkLst>
            <pc:docMk/>
            <pc:sldMk cId="0" sldId="260"/>
            <ac:spMk id="10" creationId="{07983D45-B351-7855-0196-03365E9BD96B}"/>
          </ac:spMkLst>
        </pc:spChg>
        <pc:spChg chg="add mod">
          <ac:chgData name="Sakshi Suresh Singh" userId="1e5f2c71-e80f-4cc6-9ea5-014f41dd8de7" providerId="ADAL" clId="{82296459-54FE-5FE9-841C-66330A7E966D}" dt="2025-12-09T04:32:01.645" v="78" actId="1076"/>
          <ac:spMkLst>
            <pc:docMk/>
            <pc:sldMk cId="0" sldId="260"/>
            <ac:spMk id="11" creationId="{632AD233-CEBC-6A4A-9257-64F250A8B759}"/>
          </ac:spMkLst>
        </pc:spChg>
        <pc:spChg chg="mod">
          <ac:chgData name="Sakshi Suresh Singh" userId="1e5f2c71-e80f-4cc6-9ea5-014f41dd8de7" providerId="ADAL" clId="{82296459-54FE-5FE9-841C-66330A7E966D}" dt="2025-12-09T04:28:46.531" v="31" actId="20577"/>
          <ac:spMkLst>
            <pc:docMk/>
            <pc:sldMk cId="0" sldId="260"/>
            <ac:spMk id="113" creationId="{00000000-0000-0000-0000-000000000000}"/>
          </ac:spMkLst>
        </pc:spChg>
        <pc:spChg chg="add del">
          <ac:chgData name="Sakshi Suresh Singh" userId="1e5f2c71-e80f-4cc6-9ea5-014f41dd8de7" providerId="ADAL" clId="{82296459-54FE-5FE9-841C-66330A7E966D}" dt="2025-12-09T04:31:14.529" v="60" actId="478"/>
          <ac:spMkLst>
            <pc:docMk/>
            <pc:sldMk cId="0" sldId="260"/>
            <ac:spMk id="114" creationId="{00000000-0000-0000-0000-000000000000}"/>
          </ac:spMkLst>
        </pc:spChg>
      </pc:sldChg>
      <pc:sldChg chg="delSp modSp add mod">
        <pc:chgData name="Sakshi Suresh Singh" userId="1e5f2c71-e80f-4cc6-9ea5-014f41dd8de7" providerId="ADAL" clId="{82296459-54FE-5FE9-841C-66330A7E966D}" dt="2025-12-09T04:32:34.564" v="102" actId="403"/>
        <pc:sldMkLst>
          <pc:docMk/>
          <pc:sldMk cId="1754311992" sldId="262"/>
        </pc:sldMkLst>
        <pc:spChg chg="del">
          <ac:chgData name="Sakshi Suresh Singh" userId="1e5f2c71-e80f-4cc6-9ea5-014f41dd8de7" providerId="ADAL" clId="{82296459-54FE-5FE9-841C-66330A7E966D}" dt="2025-12-09T04:32:14.248" v="81" actId="478"/>
          <ac:spMkLst>
            <pc:docMk/>
            <pc:sldMk cId="1754311992" sldId="262"/>
            <ac:spMk id="11" creationId="{E76019B1-D0CF-999F-0B52-69C7E7F9C092}"/>
          </ac:spMkLst>
        </pc:spChg>
        <pc:spChg chg="mod">
          <ac:chgData name="Sakshi Suresh Singh" userId="1e5f2c71-e80f-4cc6-9ea5-014f41dd8de7" providerId="ADAL" clId="{82296459-54FE-5FE9-841C-66330A7E966D}" dt="2025-12-09T04:32:34.564" v="102" actId="403"/>
          <ac:spMkLst>
            <pc:docMk/>
            <pc:sldMk cId="1754311992" sldId="262"/>
            <ac:spMk id="113" creationId="{1F3AEB6E-70FF-128C-5C1F-DC6CF29115EB}"/>
          </ac:spMkLst>
        </pc:spChg>
        <pc:spChg chg="del">
          <ac:chgData name="Sakshi Suresh Singh" userId="1e5f2c71-e80f-4cc6-9ea5-014f41dd8de7" providerId="ADAL" clId="{82296459-54FE-5FE9-841C-66330A7E966D}" dt="2025-12-09T04:32:11.249" v="80" actId="478"/>
          <ac:spMkLst>
            <pc:docMk/>
            <pc:sldMk cId="1754311992" sldId="262"/>
            <ac:spMk id="114" creationId="{3C97977E-43C9-0602-5056-F249671E634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c79f9ce3f_3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7" name="Google Shape;117;g3ac79f9ce3f_3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c79f9ce3f_3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1" name="Google Shape;111;g3ac79f9ce3f_3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A6DC6974-55F2-8E3C-583C-1DE0A9307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c79f9ce3f_3_12:notes">
            <a:extLst>
              <a:ext uri="{FF2B5EF4-FFF2-40B4-BE49-F238E27FC236}">
                <a16:creationId xmlns:a16="http://schemas.microsoft.com/office/drawing/2014/main" id="{22C92B25-54C4-D8C5-1609-DDEA1B7C1A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1" name="Google Shape;111;g3ac79f9ce3f_3_12:notes">
            <a:extLst>
              <a:ext uri="{FF2B5EF4-FFF2-40B4-BE49-F238E27FC236}">
                <a16:creationId xmlns:a16="http://schemas.microsoft.com/office/drawing/2014/main" id="{3EBDEF52-25A1-EAE8-B21B-98CAA48C09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7330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762000" y="1524000"/>
            <a:ext cx="106680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762000" y="4571999"/>
            <a:ext cx="10668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ftr" idx="11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ldNum" idx="12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762000" y="2286000"/>
            <a:ext cx="10668000" cy="3818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762000" y="1524000"/>
            <a:ext cx="10668000" cy="303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762000" y="4589463"/>
            <a:ext cx="10668000" cy="1506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762000" y="2285999"/>
            <a:ext cx="5151119" cy="381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6278879" y="2285999"/>
            <a:ext cx="5151121" cy="381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1"/>
          </p:nvPr>
        </p:nvSpPr>
        <p:spPr>
          <a:xfrm>
            <a:off x="762000" y="2285999"/>
            <a:ext cx="5151119" cy="76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2"/>
          </p:nvPr>
        </p:nvSpPr>
        <p:spPr>
          <a:xfrm>
            <a:off x="762000" y="3048000"/>
            <a:ext cx="5151119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3"/>
          </p:nvPr>
        </p:nvSpPr>
        <p:spPr>
          <a:xfrm>
            <a:off x="6278878" y="2286000"/>
            <a:ext cx="5151122" cy="76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body" idx="4"/>
          </p:nvPr>
        </p:nvSpPr>
        <p:spPr>
          <a:xfrm>
            <a:off x="6278878" y="3048000"/>
            <a:ext cx="5151122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dt" idx="10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ftr" idx="11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762000" y="761998"/>
            <a:ext cx="3810000" cy="1524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body" idx="1"/>
          </p:nvPr>
        </p:nvSpPr>
        <p:spPr>
          <a:xfrm>
            <a:off x="5334000" y="762001"/>
            <a:ext cx="60960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2"/>
          </p:nvPr>
        </p:nvSpPr>
        <p:spPr>
          <a:xfrm>
            <a:off x="762000" y="2286000"/>
            <a:ext cx="3810000" cy="381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4186959" y="-1138958"/>
            <a:ext cx="3818083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619997" y="2286000"/>
            <a:ext cx="5334001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905000" y="-381000"/>
            <a:ext cx="5334001" cy="761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8157843" y="6244836"/>
            <a:ext cx="4034156" cy="613164"/>
          </a:xfrm>
          <a:custGeom>
            <a:avLst/>
            <a:gdLst/>
            <a:ahLst/>
            <a:cxnLst/>
            <a:rect l="l" t="t" r="r" b="b"/>
            <a:pathLst>
              <a:path w="4034156" h="613164" extrusionOk="0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venir"/>
              <a:buNone/>
            </a:pPr>
            <a:endParaRPr sz="1500" b="0" i="0" u="none" strike="noStrike" cap="non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1" y="688126"/>
            <a:ext cx="448491" cy="1634252"/>
          </a:xfrm>
          <a:custGeom>
            <a:avLst/>
            <a:gdLst/>
            <a:ahLst/>
            <a:cxnLst/>
            <a:rect l="l" t="t" r="r" b="b"/>
            <a:pathLst>
              <a:path w="448491" h="1634252" extrusionOk="0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" name="Google Shape;8;p1"/>
          <p:cNvSpPr/>
          <p:nvPr/>
        </p:nvSpPr>
        <p:spPr>
          <a:xfrm>
            <a:off x="7309459" y="6144069"/>
            <a:ext cx="4418271" cy="718159"/>
          </a:xfrm>
          <a:custGeom>
            <a:avLst/>
            <a:gdLst/>
            <a:ahLst/>
            <a:cxnLst/>
            <a:rect l="l" t="t" r="r" b="b"/>
            <a:pathLst>
              <a:path w="4418271" h="718159" extrusionOk="0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" name="Google Shape;9;p1"/>
          <p:cNvSpPr txBox="1"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762000" y="2286000"/>
            <a:ext cx="10668000" cy="3818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dt" idx="10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480">
          <p15:clr>
            <a:srgbClr val="F26B43"/>
          </p15:clr>
        </p15:guide>
        <p15:guide id="3" pos="960">
          <p15:clr>
            <a:srgbClr val="F26B43"/>
          </p15:clr>
        </p15:guide>
        <p15:guide id="4" pos="1440">
          <p15:clr>
            <a:srgbClr val="F26B43"/>
          </p15:clr>
        </p15:guide>
        <p15:guide id="5" pos="1920">
          <p15:clr>
            <a:srgbClr val="F26B43"/>
          </p15:clr>
        </p15:guide>
        <p15:guide id="6" pos="2400">
          <p15:clr>
            <a:srgbClr val="F26B43"/>
          </p15:clr>
        </p15:guide>
        <p15:guide id="7" pos="2880">
          <p15:clr>
            <a:srgbClr val="F26B43"/>
          </p15:clr>
        </p15:guide>
        <p15:guide id="8" pos="3360">
          <p15:clr>
            <a:srgbClr val="F26B43"/>
          </p15:clr>
        </p15:guide>
        <p15:guide id="9" pos="3840">
          <p15:clr>
            <a:srgbClr val="F26B43"/>
          </p15:clr>
        </p15:guide>
        <p15:guide id="10" pos="4320">
          <p15:clr>
            <a:srgbClr val="F26B43"/>
          </p15:clr>
        </p15:guide>
        <p15:guide id="11" pos="4800">
          <p15:clr>
            <a:srgbClr val="F26B43"/>
          </p15:clr>
        </p15:guide>
        <p15:guide id="12" pos="5280">
          <p15:clr>
            <a:srgbClr val="F26B43"/>
          </p15:clr>
        </p15:guide>
        <p15:guide id="13" pos="5760">
          <p15:clr>
            <a:srgbClr val="F26B43"/>
          </p15:clr>
        </p15:guide>
        <p15:guide id="14" pos="6240">
          <p15:clr>
            <a:srgbClr val="F26B43"/>
          </p15:clr>
        </p15:guide>
        <p15:guide id="15" pos="6720">
          <p15:clr>
            <a:srgbClr val="F26B43"/>
          </p15:clr>
        </p15:guide>
        <p15:guide id="16" pos="7200">
          <p15:clr>
            <a:srgbClr val="F26B43"/>
          </p15:clr>
        </p15:guide>
        <p15:guide id="17" pos="7680">
          <p15:clr>
            <a:srgbClr val="F26B43"/>
          </p15:clr>
        </p15:guide>
        <p15:guide id="18" orient="horz">
          <p15:clr>
            <a:srgbClr val="F26B43"/>
          </p15:clr>
        </p15:guide>
        <p15:guide id="19" orient="horz" pos="480">
          <p15:clr>
            <a:srgbClr val="F26B43"/>
          </p15:clr>
        </p15:guide>
        <p15:guide id="20" orient="horz" pos="960">
          <p15:clr>
            <a:srgbClr val="F26B43"/>
          </p15:clr>
        </p15:guide>
        <p15:guide id="21" orient="horz" pos="1440">
          <p15:clr>
            <a:srgbClr val="F26B43"/>
          </p15:clr>
        </p15:guide>
        <p15:guide id="22" orient="horz" pos="1920">
          <p15:clr>
            <a:srgbClr val="F26B43"/>
          </p15:clr>
        </p15:guide>
        <p15:guide id="23" orient="horz" pos="2400">
          <p15:clr>
            <a:srgbClr val="F26B43"/>
          </p15:clr>
        </p15:guide>
        <p15:guide id="24" orient="horz" pos="2880">
          <p15:clr>
            <a:srgbClr val="F26B43"/>
          </p15:clr>
        </p15:guide>
        <p15:guide id="25" orient="horz" pos="3360">
          <p15:clr>
            <a:srgbClr val="F26B43"/>
          </p15:clr>
        </p15:guide>
        <p15:guide id="26" orient="horz" pos="3840">
          <p15:clr>
            <a:srgbClr val="F26B43"/>
          </p15:clr>
        </p15:guide>
        <p15:guide id="27" orient="horz" pos="43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62000" y="1524000"/>
            <a:ext cx="106680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ct val="100000"/>
            </a:pPr>
            <a:r>
              <a:rPr lang="en-US" b="1" dirty="0">
                <a:latin typeface="Impact" panose="020B0806030902050204" pitchFamily="34" charset="0"/>
              </a:rPr>
              <a:t>CHAT WITH PDF – CLOUD BASED GENERATIVE AI APPLICATION</a:t>
            </a:r>
            <a:endParaRPr dirty="0">
              <a:latin typeface="Impact" panose="020B0806030902050204" pitchFamily="34" charset="0"/>
              <a:ea typeface="Impact"/>
              <a:cs typeface="Impact"/>
              <a:sym typeface="Impact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62000" y="4571999"/>
            <a:ext cx="10668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Team: Shivani Pandeti, Sakshi Singh, Amulya Walimbe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Course: IST 615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762000" y="241650"/>
            <a:ext cx="10668000" cy="7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 dirty="0">
                <a:latin typeface="Impact"/>
                <a:ea typeface="Impact"/>
                <a:cs typeface="Impact"/>
                <a:sym typeface="Impact"/>
              </a:rPr>
              <a:t>Project Goals</a:t>
            </a:r>
            <a:endParaRPr dirty="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40F690-9D0F-43C8-8A60-23529CF5EB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546779"/>
            <a:ext cx="106680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>
                <a:latin typeface="+mn-lt"/>
              </a:rPr>
              <a:t>Our goal is to build a system that allows users to ask questions directly from a PDF without reading the entire document.</a:t>
            </a:r>
          </a:p>
          <a:p>
            <a:pPr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>
                <a:latin typeface="+mn-lt"/>
              </a:rPr>
              <a:t>The PDF is converted into a searchable knowledge base so that all answers come strictly from the uploaded content.</a:t>
            </a:r>
          </a:p>
          <a:p>
            <a:pPr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>
                <a:latin typeface="+mn-lt"/>
              </a:rPr>
              <a:t>We used Amazon Bedrock with Titan for embeddings and Claude for generating accurate responses, supported by </a:t>
            </a:r>
            <a:r>
              <a:rPr lang="en-US" dirty="0" err="1">
                <a:latin typeface="+mn-lt"/>
              </a:rPr>
              <a:t>LangChain</a:t>
            </a:r>
            <a:r>
              <a:rPr lang="en-US" dirty="0">
                <a:latin typeface="+mn-lt"/>
              </a:rPr>
              <a:t>, Python, FAISS, Docker, and Amazon S3.</a:t>
            </a:r>
          </a:p>
          <a:p>
            <a:pPr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>
                <a:latin typeface="+mn-lt"/>
              </a:rPr>
              <a:t>The system is designed as two applications: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an Admin tool that prepares the document, and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a User application that answers questions.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>
            <a:spLocks noGrp="1"/>
          </p:cNvSpPr>
          <p:nvPr>
            <p:ph type="title"/>
          </p:nvPr>
        </p:nvSpPr>
        <p:spPr>
          <a:xfrm>
            <a:off x="762000" y="96900"/>
            <a:ext cx="10668000" cy="822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/>
            <a:r>
              <a:rPr lang="en-US" dirty="0">
                <a:latin typeface="Impact" panose="020B0806030902050204" pitchFamily="34" charset="0"/>
                <a:ea typeface="Impact"/>
                <a:cs typeface="Impact"/>
                <a:sym typeface="Impact"/>
              </a:rPr>
              <a:t>Challenges </a:t>
            </a:r>
            <a:r>
              <a:rPr lang="en-US" dirty="0">
                <a:latin typeface="Impact" panose="020B0806030902050204" pitchFamily="34" charset="0"/>
              </a:rPr>
              <a:t>Encountered &amp; Solutions</a:t>
            </a:r>
            <a:endParaRPr dirty="0">
              <a:latin typeface="Impact" panose="020B0806030902050204" pitchFamily="34" charset="0"/>
              <a:ea typeface="Impact"/>
              <a:cs typeface="Impact"/>
              <a:sym typeface="Impact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669450" y="843174"/>
            <a:ext cx="11057112" cy="5681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500" b="1" dirty="0">
                <a:solidFill>
                  <a:schemeClr val="bg1"/>
                </a:solidFill>
              </a:rPr>
              <a:t>1. IAM / Bedrock Access Permission Issue</a:t>
            </a:r>
          </a:p>
          <a:p>
            <a:r>
              <a:rPr lang="en-US" sz="1500" b="1" dirty="0">
                <a:solidFill>
                  <a:schemeClr val="bg1"/>
                </a:solidFill>
              </a:rPr>
              <a:t>Problem:</a:t>
            </a:r>
            <a:br>
              <a:rPr lang="en-US" sz="1500" dirty="0">
                <a:solidFill>
                  <a:schemeClr val="bg1"/>
                </a:solidFill>
              </a:rPr>
            </a:br>
            <a:r>
              <a:rPr lang="en-US" sz="1500" dirty="0">
                <a:solidFill>
                  <a:schemeClr val="bg1"/>
                </a:solidFill>
              </a:rPr>
              <a:t>Bedrock initially did not allow model access due to missing IAM permissions, causing API calls to fail.</a:t>
            </a:r>
          </a:p>
          <a:p>
            <a:r>
              <a:rPr lang="en-US" sz="1500" b="1" dirty="0">
                <a:solidFill>
                  <a:schemeClr val="bg1"/>
                </a:solidFill>
              </a:rPr>
              <a:t>Solution:</a:t>
            </a:r>
            <a:br>
              <a:rPr lang="en-US" sz="1500" dirty="0">
                <a:solidFill>
                  <a:schemeClr val="bg1"/>
                </a:solidFill>
              </a:rPr>
            </a:br>
            <a:r>
              <a:rPr lang="en-US" sz="1500" dirty="0">
                <a:solidFill>
                  <a:schemeClr val="bg1"/>
                </a:solidFill>
              </a:rPr>
              <a:t>Updated IAM policies and assigned the correct permissions to enable Bedrock model access.</a:t>
            </a:r>
          </a:p>
          <a:p>
            <a:endParaRPr lang="en-US" sz="1500" dirty="0">
              <a:solidFill>
                <a:schemeClr val="bg1"/>
              </a:solidFill>
            </a:endParaRPr>
          </a:p>
          <a:p>
            <a:r>
              <a:rPr lang="en-US" sz="1500" b="1" dirty="0">
                <a:solidFill>
                  <a:schemeClr val="bg1"/>
                </a:solidFill>
              </a:rPr>
              <a:t>2. Model Access Approval Required</a:t>
            </a:r>
          </a:p>
          <a:p>
            <a:r>
              <a:rPr lang="en-US" sz="1500" b="1" dirty="0">
                <a:solidFill>
                  <a:schemeClr val="bg1"/>
                </a:solidFill>
              </a:rPr>
              <a:t>Problem:</a:t>
            </a:r>
            <a:br>
              <a:rPr lang="en-US" sz="1500" dirty="0">
                <a:solidFill>
                  <a:schemeClr val="bg1"/>
                </a:solidFill>
              </a:rPr>
            </a:br>
            <a:r>
              <a:rPr lang="en-US" sz="1500" dirty="0">
                <a:solidFill>
                  <a:schemeClr val="bg1"/>
                </a:solidFill>
              </a:rPr>
              <a:t>Claude model was not available until we submitted a use-case request and received approval.</a:t>
            </a:r>
          </a:p>
          <a:p>
            <a:r>
              <a:rPr lang="en-US" sz="1500" b="1" dirty="0">
                <a:solidFill>
                  <a:schemeClr val="bg1"/>
                </a:solidFill>
              </a:rPr>
              <a:t>Solution:</a:t>
            </a:r>
            <a:br>
              <a:rPr lang="en-US" sz="1500" dirty="0">
                <a:solidFill>
                  <a:schemeClr val="bg1"/>
                </a:solidFill>
              </a:rPr>
            </a:br>
            <a:r>
              <a:rPr lang="en-US" sz="1500" dirty="0">
                <a:solidFill>
                  <a:schemeClr val="bg1"/>
                </a:solidFill>
              </a:rPr>
              <a:t>Submitted the required model access form; AWS approved the usage, enabling Claude for the application.</a:t>
            </a:r>
          </a:p>
          <a:p>
            <a:endParaRPr lang="en-US" sz="1500" dirty="0">
              <a:solidFill>
                <a:schemeClr val="bg1"/>
              </a:solidFill>
            </a:endParaRPr>
          </a:p>
          <a:p>
            <a:r>
              <a:rPr lang="en-US" sz="1500" b="1" dirty="0">
                <a:solidFill>
                  <a:schemeClr val="bg1"/>
                </a:solidFill>
              </a:rPr>
              <a:t>3. Docker Not Passing AWS Credentials</a:t>
            </a:r>
          </a:p>
          <a:p>
            <a:r>
              <a:rPr lang="en-US" sz="1500" b="1" dirty="0">
                <a:solidFill>
                  <a:schemeClr val="bg1"/>
                </a:solidFill>
              </a:rPr>
              <a:t>Problem:</a:t>
            </a:r>
            <a:br>
              <a:rPr lang="en-US" sz="1500" dirty="0">
                <a:solidFill>
                  <a:schemeClr val="bg1"/>
                </a:solidFill>
              </a:rPr>
            </a:br>
            <a:r>
              <a:rPr lang="en-US" sz="1500" dirty="0">
                <a:solidFill>
                  <a:schemeClr val="bg1"/>
                </a:solidFill>
              </a:rPr>
              <a:t>When running the project inside Docker, the container could not access AWS services because credentials were not being detected.</a:t>
            </a:r>
          </a:p>
          <a:p>
            <a:r>
              <a:rPr lang="en-US" sz="1500" b="1" dirty="0">
                <a:solidFill>
                  <a:schemeClr val="bg1"/>
                </a:solidFill>
              </a:rPr>
              <a:t>Solution:</a:t>
            </a:r>
            <a:br>
              <a:rPr lang="en-US" sz="1500" dirty="0">
                <a:solidFill>
                  <a:schemeClr val="bg1"/>
                </a:solidFill>
              </a:rPr>
            </a:br>
            <a:r>
              <a:rPr lang="en-US" sz="1500" dirty="0">
                <a:solidFill>
                  <a:schemeClr val="bg1"/>
                </a:solidFill>
              </a:rPr>
              <a:t>Configured AWS credentials properly by setting environment variables and verifying authentication inside each container.</a:t>
            </a:r>
          </a:p>
          <a:p>
            <a:endParaRPr lang="en-US" sz="1500" dirty="0">
              <a:solidFill>
                <a:schemeClr val="bg1"/>
              </a:solidFill>
            </a:endParaRPr>
          </a:p>
          <a:p>
            <a:r>
              <a:rPr lang="en-US" sz="1500" b="1" dirty="0">
                <a:solidFill>
                  <a:schemeClr val="bg1"/>
                </a:solidFill>
              </a:rPr>
              <a:t>4. Performance Issues with Large PDFs</a:t>
            </a:r>
          </a:p>
          <a:p>
            <a:r>
              <a:rPr lang="en-US" sz="1500" b="1" dirty="0">
                <a:solidFill>
                  <a:schemeClr val="bg1"/>
                </a:solidFill>
              </a:rPr>
              <a:t>Problem:</a:t>
            </a:r>
            <a:br>
              <a:rPr lang="en-US" sz="1500" dirty="0">
                <a:solidFill>
                  <a:schemeClr val="bg1"/>
                </a:solidFill>
              </a:rPr>
            </a:br>
            <a:r>
              <a:rPr lang="en-US" sz="1500" dirty="0">
                <a:solidFill>
                  <a:schemeClr val="bg1"/>
                </a:solidFill>
              </a:rPr>
              <a:t>Large PDFs caused delays and inefficiency during chunking and embedding.</a:t>
            </a:r>
          </a:p>
          <a:p>
            <a:r>
              <a:rPr lang="en-US" sz="1500" b="1" dirty="0">
                <a:solidFill>
                  <a:schemeClr val="bg1"/>
                </a:solidFill>
              </a:rPr>
              <a:t>Solution:</a:t>
            </a:r>
            <a:br>
              <a:rPr lang="en-US" sz="1500" dirty="0">
                <a:solidFill>
                  <a:schemeClr val="bg1"/>
                </a:solidFill>
              </a:rPr>
            </a:br>
            <a:r>
              <a:rPr lang="en-US" sz="1500" dirty="0">
                <a:solidFill>
                  <a:schemeClr val="bg1"/>
                </a:solidFill>
              </a:rPr>
              <a:t>Adjusted chunk sizes and processing limits to improve performance during embedding and indexing.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>
            <a:spLocks noGrp="1"/>
          </p:cNvSpPr>
          <p:nvPr>
            <p:ph type="title"/>
          </p:nvPr>
        </p:nvSpPr>
        <p:spPr>
          <a:xfrm>
            <a:off x="792075" y="234450"/>
            <a:ext cx="10668000" cy="762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Impact"/>
                <a:ea typeface="Impact"/>
                <a:cs typeface="Impact"/>
                <a:sym typeface="Impact"/>
              </a:rPr>
              <a:t>Why this project?</a:t>
            </a:r>
            <a:endParaRPr dirty="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738375" y="1278600"/>
            <a:ext cx="10775400" cy="1785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65D3F4-273A-8D3D-8064-901AEA5AB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075" y="2259449"/>
            <a:ext cx="1066154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32AD233-CEBC-6A4A-9257-64F250A8B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870" y="1540982"/>
            <a:ext cx="998426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Only authorized teams should upload or modify official documents.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Admin interface handles PDF upload, embeddings, and FAISS index creation.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User interface only allows asking questions, protecting confidential data.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Keeps all documents secure within the organization’s cloud.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Ideal for compliance, HR, legal, supply chain, IT, healthcare, and support teams.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C56C1066-6CCB-0B6F-B663-3CD5F11E3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>
            <a:extLst>
              <a:ext uri="{FF2B5EF4-FFF2-40B4-BE49-F238E27FC236}">
                <a16:creationId xmlns:a16="http://schemas.microsoft.com/office/drawing/2014/main" id="{1F3AEB6E-70FF-128C-5C1F-DC6CF29115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1925" y="2521059"/>
            <a:ext cx="10668000" cy="762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0" dirty="0">
                <a:latin typeface="Impact"/>
                <a:ea typeface="Impact"/>
                <a:cs typeface="Impact"/>
                <a:sym typeface="Impact"/>
              </a:rPr>
              <a:t>Thank You</a:t>
            </a:r>
            <a:endParaRPr sz="11500" dirty="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8F810F-79A6-D2D0-92EA-E8F70866F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075" y="2259449"/>
            <a:ext cx="1066154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311992"/>
      </p:ext>
    </p:extLst>
  </p:cSld>
  <p:clrMapOvr>
    <a:masterClrMapping/>
  </p:clrMapOvr>
</p:sld>
</file>

<file path=ppt/theme/theme1.xml><?xml version="1.0" encoding="utf-8"?>
<a:theme xmlns:a="http://schemas.openxmlformats.org/drawingml/2006/main" name="PebbleVTI">
  <a:themeElements>
    <a:clrScheme name="Blush 3">
      <a:dk1>
        <a:srgbClr val="000000"/>
      </a:dk1>
      <a:lt1>
        <a:srgbClr val="FFFFFF"/>
      </a:lt1>
      <a:dk2>
        <a:srgbClr val="B15E4E"/>
      </a:dk2>
      <a:lt2>
        <a:srgbClr val="FFFFFF"/>
      </a:lt2>
      <a:accent1>
        <a:srgbClr val="C5B096"/>
      </a:accent1>
      <a:accent2>
        <a:srgbClr val="ECA855"/>
      </a:accent2>
      <a:accent3>
        <a:srgbClr val="9BBFB0"/>
      </a:accent3>
      <a:accent4>
        <a:srgbClr val="A9AEA7"/>
      </a:accent4>
      <a:accent5>
        <a:srgbClr val="6A787C"/>
      </a:accent5>
      <a:accent6>
        <a:srgbClr val="3B4345"/>
      </a:accent6>
      <a:hlink>
        <a:srgbClr val="ECA855"/>
      </a:hlink>
      <a:folHlink>
        <a:srgbClr val="6A392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4278a402-1a9e-4eb9-8414-ffb55a5fcf1e}" enabled="0" method="" siteId="{4278a402-1a9e-4eb9-8414-ffb55a5fcf1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374</Words>
  <Application>Microsoft Macintosh PowerPoint</Application>
  <PresentationFormat>Widescreen</PresentationFormat>
  <Paragraphs>31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Impact</vt:lpstr>
      <vt:lpstr>Arial</vt:lpstr>
      <vt:lpstr>Calibri</vt:lpstr>
      <vt:lpstr>Avenir</vt:lpstr>
      <vt:lpstr>PebbleVTI</vt:lpstr>
      <vt:lpstr>CHAT WITH PDF – CLOUD BASED GENERATIVE AI APPLICATION</vt:lpstr>
      <vt:lpstr>Project Goals</vt:lpstr>
      <vt:lpstr>Challenges Encountered &amp; Solutions</vt:lpstr>
      <vt:lpstr>Why this project?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Sakshi Suresh Singh</cp:lastModifiedBy>
  <cp:revision>1</cp:revision>
  <dcterms:modified xsi:type="dcterms:W3CDTF">2025-12-09T04:32:41Z</dcterms:modified>
</cp:coreProperties>
</file>